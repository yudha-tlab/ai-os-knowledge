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Int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Inter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5fcd3c2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5fcd3c2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5fcd3c22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5fcd3c22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5fcd3c22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5fcd3c22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5fcd3c22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5fcd3c22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fcd3c22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5fcd3c22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5fcd3c22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5fcd3c22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5fcd3c22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5fcd3c22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5fcd3c22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5fcd3c22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5fcd3c22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5fcd3c22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5fcd3c22b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5fcd3c22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5fcd3c22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5fcd3c22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5fcd3c22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5fcd3c22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5fcd3c22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5fcd3c22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5fcd3c22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5fcd3c22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5fcd3c22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5fcd3c22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5fcd3c22b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5fcd3c22b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5fcd3c22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5fcd3c22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hyperlink" Target="http://drive.google.com/file/d/1RrP4GYtoocVYlaHQUkd6RUJeLVJ3G-CP/view" TargetMode="External"/><Relationship Id="rId5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hyperlink" Target="http://drive.google.com/file/d/17k0DmFsXnmvhIaP-Di-QAPMaTrxO2Xg8/view" TargetMode="External"/><Relationship Id="rId5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Relationship Id="rId4" Type="http://schemas.openxmlformats.org/officeDocument/2006/relationships/hyperlink" Target="http://drive.google.com/file/d/19ZLd8ZUIIpoJsYUPcDaAOLGNT2DO48cn/view" TargetMode="External"/><Relationship Id="rId5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Relationship Id="rId4" Type="http://schemas.openxmlformats.org/officeDocument/2006/relationships/hyperlink" Target="http://drive.google.com/file/d/1-N3HORUotYUW9rL-dNLoMldeGAmKZkth/view" TargetMode="External"/><Relationship Id="rId5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hyperlink" Target="http://drive.google.com/file/d/1WJQk2Nc7caB3SjFaLdGMkwXK7QPrk7iK/view" TargetMode="External"/><Relationship Id="rId5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Relationship Id="rId4" Type="http://schemas.openxmlformats.org/officeDocument/2006/relationships/hyperlink" Target="http://drive.google.com/file/d/1dw7TLxKLLVZskBAJjb1-m-7UvRjw45W3/view" TargetMode="External"/><Relationship Id="rId5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Relationship Id="rId4" Type="http://schemas.openxmlformats.org/officeDocument/2006/relationships/hyperlink" Target="http://drive.google.com/file/d/1U3gyLulglVj5MRM1PmZfEpcSTbcGfb-D/view" TargetMode="External"/><Relationship Id="rId5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Relationship Id="rId4" Type="http://schemas.openxmlformats.org/officeDocument/2006/relationships/hyperlink" Target="http://drive.google.com/file/d/1gd0YBAq1w-IiCNIv0EWbdKnkNUq9AEyz/view" TargetMode="External"/><Relationship Id="rId5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Relationship Id="rId4" Type="http://schemas.openxmlformats.org/officeDocument/2006/relationships/hyperlink" Target="http://drive.google.com/file/d/1iXxB1mxeghnW3rxIAZLUSqAHQ-dD7MzJ/view" TargetMode="External"/><Relationship Id="rId5" Type="http://schemas.openxmlformats.org/officeDocument/2006/relationships/image" Target="../media/image1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Relationship Id="rId4" Type="http://schemas.openxmlformats.org/officeDocument/2006/relationships/hyperlink" Target="http://drive.google.com/file/d/1LX85fS6qpt1mzErrFXczupyOiJI5la8K/view" TargetMode="External"/><Relationship Id="rId5" Type="http://schemas.openxmlformats.org/officeDocument/2006/relationships/image" Target="../media/image1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hyperlink" Target="http://drive.google.com/file/d/111m6A3VF85DqiKQbaScZel5O3sxyQBa-/view" TargetMode="External"/><Relationship Id="rId5" Type="http://schemas.openxmlformats.org/officeDocument/2006/relationships/image" Target="../media/image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687050"/>
            <a:ext cx="85206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SIMWASKRA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2571750"/>
            <a:ext cx="8520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Sistem Pengawasan Daerah Inspektorat Kabupaten Karanganyar</a:t>
            </a:r>
            <a:endParaRPr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914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Apa itu SIMWASKRA?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622125"/>
            <a:ext cx="8520600" cy="26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SIMWASKRA adalah aplikasi berbasis web yang mendukung proses pengawasan secara digital dengan menyediakan berbagai fitur untuk: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Mengelola kegiatan pengawasan.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Memantau progres pelaksanaan pengawasan.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Mendokumentasikan hasil pengawasan.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Memantau tindak lanjut hasil pengawasan.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Menyusun laporan secara lebih efektif.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914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Tujuan SIMWASKRA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622125"/>
            <a:ext cx="8520600" cy="26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Pengembangan SIMWASKRA bertujuan untuk: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Meningkatkan efektivitas proses monitoring pengawasan.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Menyediakan informasi secara real-time.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Mempermudah pengelolaan data pengawasan.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Mendukung proses pengambilan keputusan melalui data yang terpusat.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Meningkatkan transparansi dan akuntabilitas.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914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Manfaat SIMWASKRA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622125"/>
            <a:ext cx="8520600" cy="18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Monitoring kegiatan menjadi lebih mudah.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Data tersimpan secara terpusat.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Proses pelaporan lebih cepat.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Riwayat kegiatan terdokumentasi dengan baik.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Informasi dapat diakses sesuai hak akses pengguna.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914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SIMWASKRA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622125"/>
            <a:ext cx="8520600" cy="18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Admin Perencanaan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Sekretaris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Inspektur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Auditor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OPD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2351" y="236775"/>
            <a:ext cx="3827700" cy="466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Admin Perencanaan membuat kegiatan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Admin menginput informasi berupa: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Informasi kegiatan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Detail pengawasan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Jadwal pelaksanaan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Alokasi tim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Anggaran &amp; tingkat risiko</a:t>
            </a:r>
            <a:endParaRPr sz="1200"/>
          </a:p>
        </p:txBody>
      </p:sp>
      <p:pic>
        <p:nvPicPr>
          <p:cNvPr id="91" name="Google Shape;91;p19" title="membuat kegiatan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4400" y="1170125"/>
            <a:ext cx="4267201" cy="2453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lang="en"/>
              <a:t>Admin Perencanaan membuat SPT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394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Pilih Kegiatan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untuk mengambil data kegiatan pengawasan yang telah dibuat sebelumnya. Informasi kegiatan akan terisi secara otomatis.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Lengkapi Informasi Penugasan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meliputi nomor SPT, tanggal SPT, dasar penugasan, instruksi, dan 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penandatangan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Tentukan Tim Audit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dengan menambahkan anggota tim sesuai ruang lingkup dan pelaksana pengawasan.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Mengunggah dokumen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jika dibutuhkan.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8" name="Google Shape;98;p20" title="Membuat SPT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00" y="1170125"/>
            <a:ext cx="4578898" cy="2650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Admin Perencanaan mengirim SPT ke Sekretaris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394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SPT yang telah dibuat dikirimkan kepada Sekretaris untuk dilakukan proses verifikasi sebelum diteruskan ke tahap persetujuan oleh Inspektur.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5" name="Google Shape;105;p21" title="kirim sekretaris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00" y="1170125"/>
            <a:ext cx="4578898" cy="2650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r>
              <a:rPr lang="en"/>
              <a:t>. Sekretaris mengirim SPT ke Inspektur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394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Sekretaris melakukan pengecekan data SPT.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Apabila data telah sesuai, klik </a:t>
            </a: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Verifikasi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SPT akan diteruskan kepada </a:t>
            </a: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Inspektur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untuk proses persetujuan.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2" name="Google Shape;112;p22" title="verifikasi sekretaris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00" y="1170125"/>
            <a:ext cx="4578902" cy="265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Inspektur menyetujui SPT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394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3429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Inspektur melakukan review terhadap data SPT yang telah diverifikasi.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Apabila SPT telah sesuai, klik </a:t>
            </a: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Persetujuan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SPT yang disetujui akan diteruskan ke Auditor sebagai dasar pelaksanaan pengawasan.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9" name="Google Shape;119;p23" title="inspektur setuju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00" y="1170125"/>
            <a:ext cx="4578898" cy="2650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r>
              <a:rPr lang="en"/>
              <a:t>. Ketua auditor memulai pengawasan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394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000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Ketua Tim memulai pelaksanaan pengawasan berdasarkan SPT yang telah disetujui.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000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Klik </a:t>
            </a: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Mulai Pengawasan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untuk mengubah status kegiatan menjadi </a:t>
            </a: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Sedang Proses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000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Tim audit dapat mulai melaksanakan kegiatan pengawasan sesuai penugasan.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6" name="Google Shape;126;p24" title="ketua mulai pengawasan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00" y="1170125"/>
            <a:ext cx="4578898" cy="2650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Auditor menginput temuan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394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0005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Auditor mencatat hasil temuan selama pelaksanaan pengawasan ke dalam sistem.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000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Temuan dilengkapi dengan informasi pendukung sesuai hasil pemeriksaan.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000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Temuan yang telah disimpan akan menjadi dasar proses tindak lanjut oleh OPD.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3" name="Google Shape;133;p25" title="nambah temuan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00" y="1170125"/>
            <a:ext cx="4578902" cy="265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OPD menindaklanjuti temuan</a:t>
            </a:r>
            <a:endParaRPr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11700" y="1152475"/>
            <a:ext cx="394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3429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OPD menindaklanjuti temuan pengawasan.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Mengunggah bukti pendukung penyelesaian.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Mengirimkan tindak lanjut kepada Auditor untuk direview.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0" name="Google Shape;140;p26" title="tindak lanjut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00" y="1170125"/>
            <a:ext cx="4578902" cy="2661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 Auditor melakukan review tindak lanjut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1152475"/>
            <a:ext cx="394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Auditor melakukan review terhadap tindak lanjut yang telah dikirimkan oleh OPD.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Apabila tindak lanjut telah sesuai, Auditor dapat menyetujui hasil tindak lanjut.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Proses dilanjutkan ke tahap penutupan temuan.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7" name="Google Shape;147;p27" title="auditor menindaklanjuti temuan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00" y="1170125"/>
            <a:ext cx="4578898" cy="2650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 Auditor menutup temuan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152475"/>
            <a:ext cx="394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Auditor menutup temuan yang telah selesai ditindaklanjuti.</a:t>
            </a:r>
            <a:endParaRPr sz="1100">
              <a:solidFill>
                <a:schemeClr val="dk1"/>
              </a:solidFill>
            </a:endParaRPr>
          </a:p>
          <a:p>
            <a:pPr indent="-29845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Status temuan berubah menjadi </a:t>
            </a:r>
            <a:r>
              <a:rPr b="1" lang="en" sz="1100">
                <a:solidFill>
                  <a:schemeClr val="dk1"/>
                </a:solidFill>
              </a:rPr>
              <a:t>Sesuai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Seluruh temuan yang telah ditutup menjadi bagian dari hasil pengawasan.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54" name="Google Shape;154;p28" title="temuan ditutup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00" y="1170125"/>
            <a:ext cx="4578898" cy="2650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11. Inspektur</a:t>
            </a:r>
            <a:r>
              <a:rPr lang="en"/>
              <a:t> menyelesaikan pengawasan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1152475"/>
            <a:ext cx="394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000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Setelah seluruh temuan selesai, Inspektur melakukan penyelesaian pengawasan.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000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Inspektur melengkapi informasi hasil pengawasan, seperti Nomor LHA dan Nomor Konsep Intern Bupati.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000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Setelah dikonfirmasi, status pengawasan berubah menjadi </a:t>
            </a: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Selesai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1" name="Google Shape;161;p29" title="selesai pengawasan.webm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00" y="1170125"/>
            <a:ext cx="4578898" cy="2650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000">
                <a:latin typeface="Inter"/>
                <a:ea typeface="Inter"/>
                <a:cs typeface="Inter"/>
                <a:sym typeface="Inter"/>
              </a:rPr>
              <a:t>Terima Kasih</a:t>
            </a:r>
            <a:endParaRPr b="1" sz="40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